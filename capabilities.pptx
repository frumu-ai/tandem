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slide1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Title 2<p:cNvSpPr><a:spLocks noGrp="1"/></p:cNvSpPr><p:nvPr><p:ph type="title"/></p:nvPr></p:nvSpPr>
        <p:spPr/>
        <p:txBody>
          <a:bodyPr/>
          <a:lstStyle/>
          <a:p><a:r><a:rPr lang="en-US" sz="4400" b="1"/><a:t>Tandem</a:t></a:r></a:p>
        </p:txBody>
      </p:sp>
      <p:sp>
        <p:nvSpPr><p:cNvPr id="3" name="Subtitle 3"/><p:cNvSpPr><a:spLocks noGrp="1"/></p:cNvSpPr><p:nvPr><p:ph type="subTitle" idx="1"/></p:nvPr></p:nvSpPr>
        <p:spPr/>
        <p:txBody>
          <a:bodyPr/>
          <a:lstStyle/>
          <a:p><a:r><a:rPr lang="en-US" sz="2400"/><a:t>The local-first AI workspace for everyone.</a:t></a:r></a:p>
        </p:txBody>
      </p:sp>
      <p:sp>
        <p:nvSpPr><p:cNvPr id="4" name="Content 4"/><p:cNvSpPr><a:spLocks noGrp="1"/></p:cNvSpPr><p:nvPr><p:ph type="body" idx="1"/></p:nvPr></p:nvSpPr>
        <p:spPr/>
        <p:txBody>
          <a:bodyPr/>
          <a:lstStyle/>
          <a:p><a:r><a:rPr lang="en-US" sz="2000"/><a:t>.github/assets/logo.png</a:t></a:r></a:p>
          <a:p><a:pPr lvl="0"><a:buFont typeface="Arial"/><a:buChar char="•"/></a:pPr><a:r><a:rPr lang="en-US" sz="2000"/><a:t>🔒 100% Private</a:t></a:r></a:p>
          <a:p><a:pPr lvl="0"><a:buFont typeface="Arial"/><a:buChar char="•"/></a:pPr><a:r><a:rPr lang="en-US" sz="2000"/><a:t>💰 Pay-as-you-go</a:t></a:r></a:p>
          <a:p><a:pPr lvl="0"><a:buFont typeface="Arial"/><a:buChar char="•"/></a:pPr><a:r><a:rPr lang="en-US" sz="2000"/><a:t>🌐 Windows, Mac, Linux</a:t></a:r></a:p>
        </p:txBody>
      </p:sp>
    </p:spTree>
  </p:cSld>
  <p:clrMapOvr><a:masterClrMapping/></p:clrMapOvr>
</p:sld>
</file>

<file path=ppt/slides/slide2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Title 2<p:cNvSpPr><a:spLocks noGrp="1"/></p:cNvSpPr><p:nvPr><p:ph type="title"/></p:nvPr></p:nvSpPr>
        <p:spPr/>
        <p:txBody>
          <a:bodyPr/>
          <a:lstStyle/>
          <a:p><a:r><a:rPr lang="en-US" sz="4400" b="1"/><a:t>Stop Sending Your Data to the Cloud</a:t></a:r></a:p>
        </p:txBody>
      </p:sp>
    </p:spTree>
  </p:cSld>
  <p:clrMapOvr><a:masterClrMapping/></p:clrMapOvr>
</p:sld>
</file>

<file path=ppt/slides/slide3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Title 2<p:cNvSpPr><a:spLocks noGrp="1"/></p:cNvSpPr><p:nvPr><p:ph type="title"/></p:nvPr></p:nvSpPr>
        <p:spPr/>
        <p:txBody>
          <a:bodyPr/>
          <a:lstStyle/>
          <a:p><a:r><a:rPr lang="en-US" sz="4400" b="1"/><a:t>The Privacy Problem</a:t></a:r></a:p>
        </p:txBody>
      </p:sp>
      <p:sp>
        <p:nvSpPr><p:cNvPr id="3" name="Content 3"/><p:cNvSpPr><a:spLocks noGrp="1"/></p:cNvSpPr><p:nvPr><p:ph type="body" idx="1"/></p:nvPr></p:nvSpPr>
        <p:spPr/>
        <p:txBody>
          <a:bodyPr/>
          <a:lstStyle/>
          <a:p><a:pPr lvl="0"><a:buFont typeface="Arial"/><a:buChar char="•"/></a:pPr><a:r><a:rPr lang="en-US" sz="2000"/><a:t>Your secrets train their next models.</a:t></a:r></a:p>
          <a:p><a:pPr lvl="0"><a:buFont typeface="Arial"/><a:buChar char="•"/></a:pPr><a:r><a:rPr lang="en-US" sz="2000"/><a:t>Expensive $20/month subscriptions for every user.</a:t></a:r></a:p>
          <a:p><a:pPr lvl="0"><a:buFont typeface="Arial"/><a:buChar char="•"/></a:pPr><a:r><a:rPr lang="en-US" sz="2000"/><a:t>Hard to switch between AI providers.</a:t></a:r></a:p>
          <a:p><a:pPr lvl="0"><a:buFont typeface="Arial"/><a:buChar char="•"/></a:pPr><a:r><a:rPr lang="en-US" sz="2000"/><a:t>&apos;Cloud Lock-in&apos; limits your freedom.</a:t></a:r></a:p>
        </p:txBody>
      </p:sp>
    </p:spTree>
  </p:cSld>
  <p:clrMapOvr><a:masterClrMapping/></p:clrMapOvr>
</p:sld>
</file>

<file path=ppt/slides/slide4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Title 2<p:cNvSpPr><a:spLocks noGrp="1"/></p:cNvSpPr><p:nvPr><p:ph type="title"/></p:nvPr></p:nvSpPr>
        <p:spPr/>
        <p:txBody>
          <a:bodyPr/>
          <a:lstStyle/>
          <a:p><a:r><a:rPr lang="en-US" sz="4400" b="1"/><a:t>Folder-Wide Intelligence</a:t></a:r></a:p>
        </p:txBody>
      </p:sp>
      <p:sp>
        <p:nvSpPr><p:cNvPr id="3" name="Content 3"/><p:cNvSpPr><a:spLocks noGrp="1"/></p:cNvSpPr><p:nvPr><p:ph type="body" idx="1"/></p:nvPr></p:nvSpPr>
        <p:spPr/>
        <p:txBody>
          <a:bodyPr/>
          <a:lstStyle/>
          <a:p><a:r><a:rPr lang="en-US" sz="2000"/><a:t>AI that understands your entire folder, not just one file.</a:t></a:r></a:p>
          <a:p><a:r><a:rPr lang="en-US" sz="2000"/><a:t>Context Awareness: Connects the dots between documents.</a:t></a:r></a:p>
        </p:txBody>
      </p:sp>
    </p:spTree>
  </p:cSld>
  <p:clrMapOvr><a:masterClrMapping/></p:clrMapOvr>
</p:sld>
</file>

<file path=ppt/slides/slide5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Title 2<p:cNvSpPr><a:spLocks noGrp="1"/></p:cNvSpPr><p:nvPr><p:ph type="title"/></p:nvPr></p:nvSpPr>
        <p:spPr/>
        <p:txBody>
          <a:bodyPr/>
          <a:lstStyle/>
          <a:p><a:r><a:rPr lang="en-US" sz="4400" b="1"/><a:t>AI for Real Work</a:t></a:r></a:p>
        </p:txBody>
      </p:sp>
      <p:sp>
        <p:nvSpPr><p:cNvPr id="3" name="Content 3"/><p:cNvSpPr><a:spLocks noGrp="1"/></p:cNvSpPr><p:nvPr><p:ph type="body" idx="1"/></p:nvPr></p:nvSpPr>
        <p:spPr/>
        <p:txBody>
          <a:bodyPr/>
          <a:lstStyle/>
          <a:p><a:pPr lvl="0"><a:buFont typeface="Arial"/><a:buChar char="•"/></a:pPr><a:r><a:rPr lang="en-US" sz="2000"/><a:t>Writers: Character and plot consistency.</a:t></a:r></a:p>
          <a:p><a:pPr lvl="0"><a:buFont typeface="Arial"/><a:buChar char="•"/></a:pPr><a:r><a:rPr lang="en-US" sz="2000"/><a:t>Researchers: Synthesize 100+ PDFs locally.</a:t></a:r></a:p>
          <a:p><a:pPr lvl="0"><a:buFont typeface="Arial"/><a:buChar char="•"/></a:pPr><a:r><a:rPr lang="en-US" sz="2000"/><a:t>Analysts: Cross-reference quarterly reports.</a:t></a:r></a:p>
          <a:p><a:pPr lvl="0"><a:buFont typeface="Arial"/><a:buChar char="•"/></a:pPr><a:r><a:rPr lang="en-US" sz="2000"/><a:t>Students: A private tutor for your study notes.</a:t></a:r></a:p>
        </p:txBody>
      </p:sp>
    </p:spTree>
  </p:cSld>
  <p:clrMapOvr><a:masterClrMapping/></p:clrMapOvr>
</p:sld>
</file>

<file path=ppt/slides/slide6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Title 2<p:cNvSpPr><a:spLocks noGrp="1"/></p:cNvSpPr><p:nvPr><p:ph type="title"/></p:nvPr></p:nvSpPr>
        <p:spPr/>
        <p:txBody>
          <a:bodyPr/>
          <a:lstStyle/>
          <a:p><a:r><a:rPr lang="en-US" sz="4400" b="1"/><a:t>Total Control</a:t></a:r></a:p>
        </p:txBody>
      </p:sp>
    </p:spTree>
  </p:cSld>
  <p:clrMapOvr><a:masterClrMapping/></p:clrMapOvr>
</p:sld>
</file>

<file path=ppt/slides/slide7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Title 2<p:cNvSpPr><a:spLocks noGrp="1"/></p:cNvSpPr><p:nvPr><p:ph type="title"/></p:nvPr></p:nvSpPr>
        <p:spPr/>
        <p:txBody>
          <a:bodyPr/>
          <a:lstStyle/>
          <a:p><a:r><a:rPr lang="en-US" sz="4400" b="1"/><a:t>Supervised Agents</a:t></a:r></a:p>
        </p:txBody>
      </p:sp>
      <p:sp>
        <p:nvSpPr><p:cNvPr id="3" name="Content 3"/><p:cNvSpPr><a:spLocks noGrp="1"/></p:cNvSpPr><p:nvPr><p:ph type="body" idx="1"/></p:nvPr></p:nvSpPr>
        <p:spPr/>
        <p:txBody>
          <a:bodyPr/>
          <a:lstStyle/>
          <a:p><a:pPr lvl="0"><a:buFont typeface="Arial"/><a:buChar char="•"/></a:pPr><a:r><a:rPr lang="en-US" sz="2000"/><a:t>Permissions: Tandem asks before reading or writing.</a:t></a:r></a:p>
          <a:p><a:pPr lvl="0"><a:buFont typeface="Arial"/><a:buChar char="•"/></a:pPr><a:r><a:rPr lang="en-US" sz="2000"/><a:t>Visual Review: See every change before it happens.</a:t></a:r></a:p>
          <a:p><a:pPr lvl="0"><a:buFont typeface="Arial"/><a:buChar char="•"/></a:pPr><a:r><a:rPr lang="en-US" sz="2000"/><a:t>Complete Undo: Roll back any operation with one click.</a:t></a:r></a:p>
          <a:p><a:pPr lvl="0"><a:buFont typeface="Arial"/><a:buChar char="•"/></a:pPr><a:r><a:rPr lang="en-US" sz="2000"/><a:t>Audit Logs: Full transparency for every action.</a:t></a:r></a:p>
        </p:txBody>
      </p:sp>
    </p:spTree>
  </p:cSld>
  <p:clrMapOvr><a:masterClrMapping/></p:clrMapOvr>
</p:sld>
</file>

<file path=ppt/slides/slide8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Title 2<p:cNvSpPr><a:spLocks noGrp="1"/></p:cNvSpPr><p:nvPr><p:ph type="title"/></p:nvPr></p:nvSpPr>
        <p:spPr/>
        <p:txBody>
          <a:bodyPr/>
          <a:lstStyle/>
          <a:p><a:r><a:rPr lang="en-US" sz="4400" b="1"/><a:t>Bring Your Own Key (BYOK)</a:t></a:r></a:p>
        </p:txBody>
      </p:sp>
      <p:sp>
        <p:nvSpPr><p:cNvPr id="3" name="Content 3"/><p:cNvSpPr><a:spLocks noGrp="1"/></p:cNvSpPr><p:nvPr><p:ph type="body" idx="1"/></p:nvPr></p:nvSpPr>
        <p:spPr/>
        <p:txBody>
          <a:bodyPr/>
          <a:lstStyle/>
          <a:p><a:pPr lvl="0"><a:buFont typeface="Arial"/><a:buChar char="•"/></a:pPr><a:r><a:rPr lang="en-US" sz="2000"/><a:t>Use Anthropic, OpenAI, or OpenRouter.</a:t></a:r></a:p>
          <a:p><a:pPr lvl="0"><a:buFont typeface="Arial"/><a:buChar char="•"/></a:pPr><a:r><a:rPr lang="en-US" sz="2000"/><a:t>Pay only for what you use (pennies per day).</a:t></a:r></a:p>
          <a:p><a:pPr lvl="0"><a:buFont typeface="Arial"/><a:buChar char="•"/></a:pPr><a:r><a:rPr lang="en-US" sz="2000"/><a:t>Switch models in seconds to find the best fit.</a:t></a:r></a:p>
          <a:p><a:pPr lvl="0"><a:buFont typeface="Arial"/><a:buChar char="•"/></a:pPr><a:r><a:rPr lang="en-US" sz="2000"/><a:t>No monthly &apos;AI Tax&apos; for tools you don&apos;t use daily.</a:t></a:r></a:p>
        </p:txBody>
      </p:sp>
    </p:spTree>
  </p:cSld>
  <p:clrMapOvr><a:masterClrMapping/></p:clrMapOvr>
</p:sld>
</file>

<file path=ppt/slides/slide9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Title 2<p:cNvSpPr><a:spLocks noGrp="1"/></p:cNvSpPr><p:nvPr><p:ph type="title"/></p:nvPr></p:nvSpPr>
        <p:spPr/>
        <p:txBody>
          <a:bodyPr/>
          <a:lstStyle/>
          <a:p><a:r><a:rPr lang="en-US" sz="4400" b="1"/><a:t>100% Offline with Ollama</a:t></a:r></a:p>
        </p:txBody>
      </p:sp>
      <p:sp>
        <p:nvSpPr><p:cNvPr id="3" name="Content 3"/><p:cNvSpPr><a:spLocks noGrp="1"/></p:cNvSpPr><p:nvPr><p:ph type="body" idx="1"/></p:nvPr></p:nvSpPr>
        <p:spPr/>
        <p:txBody>
          <a:bodyPr/>
          <a:lstStyle/>
          <a:p><a:r><a:rPr lang="en-US" sz="2000"/><a:t>Run models entirely on your own hardware.</a:t></a:r></a:p>
          <a:p><a:r><a:rPr lang="en-US" sz="2000"/><a:t>Zero data ever leaves your machine.</a:t></a:r></a:p>
          <a:p><a:r><a:rPr lang="en-US" sz="2000"/><a:t>Air-Gapped Ready.</a:t></a:r></a:p>
        </p:txBody>
      </p:sp>
    </p:spTree>
  </p:cSld>
  <p:clrMapOvr><a:masterClrMapping/></p:clrMapOvr>
</p:sld>
</file>

<file path=ppt/slides/slide10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0" cy="0"/><a:chOff x="0" y="0"/><a:chExt cx="0" cy="0"/></a:xfrm></p:grpSpPr>
      <p:sp>
        <p:nvSpPr><p:cNvPr id="2" name="Title 2<p:cNvSpPr><a:spLocks noGrp="1"/></p:cNvSpPr><p:nvPr><p:ph type="title"/></p:nvPr></p:nvSpPr>
        <p:spPr/>
        <p:txBody>
          <a:bodyPr/>
          <a:lstStyle/>
          <a:p><a:r><a:rPr lang="en-US" sz="4400" b="1"/><a:t>Your Workflow, Upgraded.</a:t></a:r></a:p>
        </p:txBody>
      </p:sp>
    </p:spTree>
  </p:cSld>
  <p:clrMapOvr><a:masterClrMapping/></p:clrMapOvr>
</p:sld>
</file>